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WK10</a:t>
            </a:r>
            <a:r>
              <a:rPr lang="zh-TW" altLang="en-US" dirty="0" smtClean="0"/>
              <a:t>作業說明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資工三 </a:t>
            </a:r>
            <a:r>
              <a:rPr lang="en-US" altLang="zh-TW" dirty="0" smtClean="0"/>
              <a:t>105590008</a:t>
            </a:r>
            <a:r>
              <a:rPr lang="zh-TW" altLang="en-US" dirty="0" smtClean="0"/>
              <a:t> 黃禎安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31952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L_RWD_Design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870438" y="2097088"/>
            <a:ext cx="39741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主要提供給電腦版或大螢幕平板使用。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三張範例卡牌與</a:t>
            </a:r>
            <a:r>
              <a:rPr lang="en-US" altLang="zh-TW" dirty="0" smtClean="0"/>
              <a:t>Footer</a:t>
            </a:r>
            <a:r>
              <a:rPr lang="zh-TW" altLang="en-US" dirty="0" smtClean="0"/>
              <a:t>選項以平行布置。</a:t>
            </a:r>
            <a:endParaRPr lang="zh-TW" altLang="en-US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780" y="0"/>
            <a:ext cx="5328606" cy="6848091"/>
          </a:xfrm>
        </p:spPr>
      </p:pic>
    </p:spTree>
    <p:extLst>
      <p:ext uri="{BB962C8B-B14F-4D97-AF65-F5344CB8AC3E}">
        <p14:creationId xmlns:p14="http://schemas.microsoft.com/office/powerpoint/2010/main" val="3973233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m_RWD_Design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092" y="0"/>
            <a:ext cx="1758461" cy="6868990"/>
          </a:xfrm>
        </p:spPr>
      </p:pic>
      <p:sp>
        <p:nvSpPr>
          <p:cNvPr id="5" name="文字方塊 4"/>
          <p:cNvSpPr txBox="1"/>
          <p:nvPr/>
        </p:nvSpPr>
        <p:spPr>
          <a:xfrm>
            <a:off x="870438" y="2097088"/>
            <a:ext cx="39741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主要提供給大螢幕手機或小螢幕平板使用。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/>
              <a:t>三張範例卡牌與</a:t>
            </a:r>
            <a:r>
              <a:rPr lang="en-US" altLang="zh-TW" dirty="0"/>
              <a:t>Footer</a:t>
            </a:r>
            <a:r>
              <a:rPr lang="zh-TW" altLang="en-US" dirty="0"/>
              <a:t>選項</a:t>
            </a:r>
            <a:r>
              <a:rPr lang="zh-TW" altLang="en-US" dirty="0" smtClean="0"/>
              <a:t>以垂</a:t>
            </a:r>
            <a:r>
              <a:rPr lang="zh-TW" altLang="en-US" dirty="0"/>
              <a:t>直</a:t>
            </a:r>
            <a:r>
              <a:rPr lang="zh-TW" altLang="en-US" dirty="0" smtClean="0"/>
              <a:t>布</a:t>
            </a:r>
            <a:r>
              <a:rPr lang="zh-TW" altLang="en-US" dirty="0"/>
              <a:t>置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字體大小與圖片與</a:t>
            </a:r>
            <a:r>
              <a:rPr lang="en-US" altLang="zh-TW" dirty="0" smtClean="0"/>
              <a:t>L</a:t>
            </a:r>
            <a:r>
              <a:rPr lang="zh-TW" altLang="en-US" dirty="0" smtClean="0"/>
              <a:t>版一致。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7681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S_RWD_Design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7" b="56407"/>
          <a:stretch/>
        </p:blipFill>
        <p:spPr>
          <a:xfrm>
            <a:off x="7857413" y="0"/>
            <a:ext cx="1805333" cy="6840416"/>
          </a:xfr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308"/>
          <a:stretch/>
        </p:blipFill>
        <p:spPr>
          <a:xfrm>
            <a:off x="9880208" y="0"/>
            <a:ext cx="1839938" cy="5639232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870438" y="2097088"/>
            <a:ext cx="39741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主要提供給小螢幕手機使用。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/>
              <a:t>三張範例卡牌與</a:t>
            </a:r>
            <a:r>
              <a:rPr lang="en-US" altLang="zh-TW" dirty="0"/>
              <a:t>Footer</a:t>
            </a:r>
            <a:r>
              <a:rPr lang="zh-TW" altLang="en-US" dirty="0"/>
              <a:t>選項</a:t>
            </a:r>
            <a:r>
              <a:rPr lang="zh-TW" altLang="en-US" dirty="0" smtClean="0"/>
              <a:t>以垂</a:t>
            </a:r>
            <a:r>
              <a:rPr lang="zh-TW" altLang="en-US" dirty="0"/>
              <a:t>直</a:t>
            </a:r>
            <a:r>
              <a:rPr lang="zh-TW" altLang="en-US" dirty="0" smtClean="0"/>
              <a:t>布</a:t>
            </a:r>
            <a:r>
              <a:rPr lang="zh-TW" altLang="en-US" dirty="0"/>
              <a:t>置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部分字體以及圖片大小有經過修正。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smtClean="0"/>
              <a:t>購買按鈕說明改成「一鍵購買」。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934389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電路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TM04033919[[fn=電路]]</Template>
  <TotalTime>17</TotalTime>
  <Words>108</Words>
  <Application>Microsoft Office PowerPoint</Application>
  <PresentationFormat>寬螢幕</PresentationFormat>
  <Paragraphs>20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新細明體</vt:lpstr>
      <vt:lpstr>Arial</vt:lpstr>
      <vt:lpstr>Trebuchet MS</vt:lpstr>
      <vt:lpstr>Tw Cen MT</vt:lpstr>
      <vt:lpstr>電路</vt:lpstr>
      <vt:lpstr>WK10作業說明</vt:lpstr>
      <vt:lpstr>L_RWD_Design</vt:lpstr>
      <vt:lpstr>m_RWD_Design</vt:lpstr>
      <vt:lpstr>S_RWD_Design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禎安 黃</dc:creator>
  <cp:lastModifiedBy>禎安 黃</cp:lastModifiedBy>
  <cp:revision>4</cp:revision>
  <dcterms:created xsi:type="dcterms:W3CDTF">2019-05-24T12:15:33Z</dcterms:created>
  <dcterms:modified xsi:type="dcterms:W3CDTF">2019-05-24T12:33:22Z</dcterms:modified>
</cp:coreProperties>
</file>